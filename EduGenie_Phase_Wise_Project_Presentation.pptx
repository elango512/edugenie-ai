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57200"/>
            <a:ext cx="1280160" cy="1280160"/>
          </a:xfrm>
          <a:prstGeom prst="ellipse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1325880"/>
            <a:ext cx="594360" cy="594360"/>
          </a:xfrm>
          <a:prstGeom prst="ellipse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5303520"/>
            <a:ext cx="1005840" cy="1005840"/>
          </a:xfrm>
          <a:prstGeom prst="ellipse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61320" y="4937760"/>
            <a:ext cx="411480" cy="411480"/>
          </a:xfrm>
          <a:prstGeom prst="ellipse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</a:rPr>
              <a:t>EduGenie</a:t>
            </a:r>
          </a:p>
          <a:p>
            <a:r>
              <a:rPr sz="2700">
                <a:solidFill>
                  <a:srgbClr val="32AABE"/>
                </a:solidFill>
              </a:rPr>
              <a:t>AI-Powered Learning Assistant</a:t>
            </a:r>
          </a:p>
          <a:p>
            <a:r>
              <a:rPr sz="1800">
                <a:solidFill>
                  <a:srgbClr val="DCE6F5"/>
                </a:solidFill>
              </a:rPr>
              <a:t>Phase-Wise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06908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069080"/>
            <a:ext cx="82296" cy="123444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215384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346"/>
                </a:solidFill>
              </a:rPr>
              <a:t>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672584"/>
            <a:ext cx="46634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Python • FastAPI • Google Gemini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Jinja2 HTML Templates • Uvicorn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069080"/>
            <a:ext cx="82296" cy="1234440"/>
          </a:xfrm>
          <a:prstGeom prst="rect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4215384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346"/>
                </a:solidFill>
              </a:rPr>
              <a:t>Team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672584"/>
            <a:ext cx="43891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Name: ____________________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Register No.: 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82296" cy="2743200"/>
          </a:xfrm>
          <a:prstGeom prst="rect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2346"/>
                </a:solidFill>
              </a:rPr>
              <a:t>What is EduGenie?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37944"/>
            <a:ext cx="5029200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B37"/>
                </a:solidFill>
              </a:defRPr>
            </a:pPr>
            <a:r>
              <a:t>An AI-powered educational assistant powered by Google Gemini.</a:t>
            </a:r>
          </a:p>
          <a:p>
            <a:pPr>
              <a:spcAft>
                <a:spcPts val="500"/>
              </a:spcAft>
              <a:defRPr sz="1500">
                <a:solidFill>
                  <a:srgbClr val="232B37"/>
                </a:solidFill>
              </a:defRPr>
            </a:pPr>
            <a:r>
              <a:t>Combines five essential study tools in one platform.</a:t>
            </a:r>
          </a:p>
          <a:p>
            <a:pPr>
              <a:spcAft>
                <a:spcPts val="500"/>
              </a:spcAft>
              <a:defRPr sz="1500">
                <a:solidFill>
                  <a:srgbClr val="232B37"/>
                </a:solidFill>
              </a:defRPr>
            </a:pPr>
            <a:r>
              <a:t>Designed to make learning simpler, faster and more structured.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82296" cy="274320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80744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2346"/>
                </a:solidFill>
              </a:rPr>
              <a:t>Five Core Study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37944"/>
            <a:ext cx="4937759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B37"/>
                </a:solidFill>
              </a:defRPr>
            </a:pPr>
            <a:r>
              <a:t>1. Question &amp; Answer</a:t>
            </a:r>
          </a:p>
          <a:p>
            <a:pPr>
              <a:spcAft>
                <a:spcPts val="500"/>
              </a:spcAft>
              <a:defRPr sz="1500">
                <a:solidFill>
                  <a:srgbClr val="232B37"/>
                </a:solidFill>
              </a:defRPr>
            </a:pPr>
            <a:r>
              <a:t>2. Concept Explanation</a:t>
            </a:r>
          </a:p>
          <a:p>
            <a:pPr>
              <a:spcAft>
                <a:spcPts val="500"/>
              </a:spcAft>
              <a:defRPr sz="1500">
                <a:solidFill>
                  <a:srgbClr val="232B37"/>
                </a:solidFill>
              </a:defRPr>
            </a:pPr>
            <a:r>
              <a:t>3. Quiz Generator</a:t>
            </a:r>
          </a:p>
          <a:p>
            <a:pPr>
              <a:spcAft>
                <a:spcPts val="500"/>
              </a:spcAft>
              <a:defRPr sz="1500">
                <a:solidFill>
                  <a:srgbClr val="232B37"/>
                </a:solidFill>
              </a:defRPr>
            </a:pPr>
            <a:r>
              <a:t>4. Text Summarizer</a:t>
            </a:r>
          </a:p>
          <a:p>
            <a:pPr>
              <a:spcAft>
                <a:spcPts val="500"/>
              </a:spcAft>
              <a:defRPr sz="1500">
                <a:solidFill>
                  <a:srgbClr val="232B37"/>
                </a:solidFill>
              </a:defRPr>
            </a:pPr>
            <a:r>
              <a:t>5. Personalized Learning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343400"/>
            <a:ext cx="7772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4343400"/>
            <a:ext cx="82296" cy="1234440"/>
          </a:xfrm>
          <a:prstGeom prst="rect">
            <a:avLst/>
          </a:prstGeom>
          <a:solidFill>
            <a:srgbClr val="3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95728" y="4489704"/>
            <a:ext cx="7406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346"/>
                </a:solidFill>
              </a:rPr>
              <a:t>Project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946904"/>
            <a:ext cx="7406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B37"/>
                </a:solidFill>
              </a:defRPr>
            </a:pPr>
            <a:r>
              <a:t>Give students one assistant for understanding, revision, self-testing and planning what to learn next.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82296" cy="1737360"/>
          </a:xfrm>
          <a:prstGeom prst="rect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80744"/>
            <a:ext cx="4983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Difficult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37944"/>
            <a:ext cx="4983479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Students need quick, simple explanations for difficult topics.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82296" cy="173736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380744"/>
            <a:ext cx="4983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Self-Testing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37944"/>
            <a:ext cx="4983479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Creating practice questions manually takes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7472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474720"/>
            <a:ext cx="82296" cy="173736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621024"/>
            <a:ext cx="4983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Long 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078224"/>
            <a:ext cx="4983479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Summarizing lengthy study material efficiently is difficult.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82296" cy="1737360"/>
          </a:xfrm>
          <a:prstGeom prst="rect">
            <a:avLst/>
          </a:prstGeom>
          <a:solidFill>
            <a:srgbClr val="3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621024"/>
            <a:ext cx="4983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Unstructured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078224"/>
            <a:ext cx="4983479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Students may lack a clear path for learning a topic from scratch.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5486400"/>
            <a:ext cx="7772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0" y="5486400"/>
            <a:ext cx="82296" cy="77724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5728" y="5632704"/>
            <a:ext cx="7406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346"/>
                </a:solidFill>
              </a:rPr>
              <a:t>EduGenie's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6089904"/>
            <a:ext cx="740664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</a:defRPr>
            </a:pPr>
            <a:r>
              <a:t>One AI-driven assistant addresses all four learning challenges through a single interface.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Brainstorming &amp; Ideation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2AABE"/>
                </a:solidFill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6294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Identify common learning difficulties faced by students.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Brainstorm a single platform that can support multiple study activities.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Combine AI-based answers, explanations, quizzes, summaries and learning plans.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Proposed project: EduGenie – AI-Powered Learning Assistant.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298448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298448"/>
            <a:ext cx="82296" cy="448056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1444751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346"/>
                </a:solidFill>
              </a:rPr>
              <a:t>Ideation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901952"/>
            <a:ext cx="352044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 modular learning assistant powered by Google Gemini.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Simple enough for college-level students.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Designed to support learning from one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Requirement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2AABE"/>
                </a:solidFill>
              </a:rP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6294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Functional requirements: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• Accept a question, topic or text from the student.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• Generate academic answers and concept explanations.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• Generate a 3-question multiple-choice quiz.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• Summarize long study material into bullet points.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• Generate a structured learning path based on topic and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298448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298448"/>
            <a:ext cx="82296" cy="448056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1444751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346"/>
                </a:solidFill>
              </a:rPr>
              <a:t>Target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901952"/>
            <a:ext cx="352044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College and university students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Self-learners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Students preparing for exams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Project Design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2AABE"/>
                </a:solidFill>
              </a:rPr>
              <a:t>PHASE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D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542032"/>
            <a:ext cx="1591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346"/>
                </a:solidFill>
              </a:rPr>
              <a:t>Student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2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2542032"/>
            <a:ext cx="1591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346"/>
                </a:solidFill>
              </a:rPr>
              <a:t>Web Interface
Jinja2 / 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33172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4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542032"/>
            <a:ext cx="1591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346"/>
                </a:solidFill>
              </a:rPr>
              <a:t>FastAPI
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33172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2542032"/>
            <a:ext cx="1591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346"/>
                </a:solidFill>
              </a:rPr>
              <a:t>Google Gemini
AI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233172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D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94392" y="2542032"/>
            <a:ext cx="15910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346"/>
                </a:solidFill>
              </a:rPr>
              <a:t>Formatted
Response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0280" y="2852928"/>
            <a:ext cx="50292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80560" y="2852928"/>
            <a:ext cx="68580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03720" y="2852928"/>
            <a:ext cx="64008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81160" y="2852928"/>
            <a:ext cx="64008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74720" y="40690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4069080"/>
            <a:ext cx="82296" cy="160020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7" y="421538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346"/>
                </a:solidFill>
              </a:rPr>
              <a:t>Technology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7" y="4672584"/>
            <a:ext cx="48463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Backend: FastAPI (Python)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AI Engine: Google Gemini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Frontend Templates: Jinja2 (HTML)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Server: Uvicorn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Project Planning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2AABE"/>
                </a:solidFill>
              </a:rPr>
              <a:t>PHASE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6294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1. Identify student learning problems.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2. Define features and requirements.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3. Design the application architecture.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4. Set up the FastAPI backend and Gemini connection.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5. Develop and integrate the five feature modules.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6. Test, document and demonstrate the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298448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298448"/>
            <a:ext cx="82296" cy="448056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1444751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346"/>
                </a:solidFill>
              </a:rPr>
              <a:t>Planned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901952"/>
            <a:ext cx="352044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Working web application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Phase-wise documentation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GitHub project repository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Complete demo video uploaded to Google Drive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Project Development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2AABE"/>
                </a:solidFill>
              </a:rPr>
              <a:t>PHASE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82296" cy="1645920"/>
          </a:xfrm>
          <a:prstGeom prst="rect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80744"/>
            <a:ext cx="4983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main.py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37944"/>
            <a:ext cx="498347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FastAPI app, templates, routes and health check.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82296" cy="164592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380744"/>
            <a:ext cx="4983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learning_path.py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4"/>
            <a:ext cx="498347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Builds the structured learning-path prompt.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8328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383280"/>
            <a:ext cx="82296" cy="1645920"/>
          </a:xfrm>
          <a:prstGeom prst="rect">
            <a:avLst/>
          </a:prstGeom>
          <a:solidFill>
            <a:srgbClr val="3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529584"/>
            <a:ext cx="4983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gemini_client.py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86784"/>
            <a:ext cx="498347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Central Gemini API connection and response handling.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383280"/>
            <a:ext cx="82296" cy="164592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529584"/>
            <a:ext cx="4983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Feature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986784"/>
            <a:ext cx="498347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/qa • /explain • /quiz • /summarize • /learn/recommendations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5486400"/>
            <a:ext cx="7772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4560" y="5486400"/>
            <a:ext cx="82296" cy="77724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95728" y="5632704"/>
            <a:ext cx="7406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46"/>
                </a:solidFill>
              </a:rPr>
              <a:t>Development Approach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6089904"/>
            <a:ext cx="740664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</a:defRPr>
            </a:pPr>
            <a:r>
              <a:t>Reusable modules + centralized Gemini connector make the application easier to maintain and extend.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Project Testing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2AABE"/>
                </a:solidFill>
              </a:rPr>
              <a:t>PHASE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6294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Test each major feature with suitable student inputs.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Verify that answers are clear and easy to understand.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Check quiz generation and learning-path output.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Test text summarization for useful, concise bullet points.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Check API-key validation and error handling.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Verify that empty Gemini responses are handled safely.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298448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298448"/>
            <a:ext cx="82296" cy="448056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1444751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346"/>
                </a:solidFill>
              </a:rPr>
              <a:t>Testing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901952"/>
            <a:ext cx="352044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Q&amp;A ✓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Concept Explanation ✓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Quiz Generator ✓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Text Summarizer ✓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Learning Path ✓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Gemini Connection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Project Documentation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2AABE"/>
                </a:solidFill>
              </a:rPr>
              <a:t>PHASE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6294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Project overview and problem statement.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Features and system workflow.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Technology stack and target users.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Benefits and future enhancements.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Code implementation snapshots and module descriptions.</a:t>
            </a:r>
          </a:p>
          <a:p>
            <a:pPr>
              <a:spcAft>
                <a:spcPts val="700"/>
              </a:spcAft>
              <a:defRPr sz="1900" b="0">
                <a:solidFill>
                  <a:srgbClr val="232B37"/>
                </a:solidFill>
              </a:defRPr>
            </a:pPr>
            <a:r>
              <a:t>GitHub repository should contain the phase-wise project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298448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298448"/>
            <a:ext cx="82296" cy="448056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1444751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346"/>
                </a:solidFill>
              </a:rP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901952"/>
            <a:ext cx="352044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User accounts &amp; progress tracking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Quiz scores &amp; learning history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PDF / notes upload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Voice-based questions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Multi-language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Project Demonstration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2AABE"/>
                </a:solidFill>
              </a:rPr>
              <a:t>PHASE 8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325880"/>
            <a:ext cx="685800" cy="685800"/>
          </a:xfrm>
          <a:prstGeom prst="ellipse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7218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1920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82296" cy="1645920"/>
          </a:xfrm>
          <a:prstGeom prst="rect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86584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46"/>
                </a:solidFill>
              </a:rPr>
              <a:t>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43784"/>
            <a:ext cx="15544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</a:defRPr>
            </a:pPr>
            <a:r>
              <a:t>Launch the EduGenie web application.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3428999" y="1325880"/>
            <a:ext cx="685800" cy="685800"/>
          </a:xfrm>
          <a:prstGeom prst="ellipse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8999" y="147218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2240280"/>
            <a:ext cx="1920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39" y="2240280"/>
            <a:ext cx="82296" cy="164592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2386584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46"/>
                </a:solidFill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843784"/>
            <a:ext cx="15544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</a:defRPr>
            </a:pPr>
            <a:r>
              <a:t>Enter a question, topic or text.</a:t>
            </a:r>
          </a:p>
        </p:txBody>
      </p:sp>
      <p:sp>
        <p:nvSpPr>
          <p:cNvPr id="18" name="Oval 17"/>
          <p:cNvSpPr/>
          <p:nvPr/>
        </p:nvSpPr>
        <p:spPr>
          <a:xfrm>
            <a:off x="5760720" y="1325880"/>
            <a:ext cx="685800" cy="685800"/>
          </a:xfrm>
          <a:prstGeom prst="ellipse">
            <a:avLst/>
          </a:prstGeom>
          <a:solidFill>
            <a:srgbClr val="3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47218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2240280"/>
            <a:ext cx="1920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59" y="2240280"/>
            <a:ext cx="82296" cy="1645920"/>
          </a:xfrm>
          <a:prstGeom prst="rect">
            <a:avLst/>
          </a:prstGeom>
          <a:solidFill>
            <a:srgbClr val="3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67527" y="2386584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46"/>
                </a:solidFill>
              </a:rP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7" y="2843784"/>
            <a:ext cx="15544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</a:defRPr>
            </a:pPr>
            <a:r>
              <a:t>Choose the required learning feature.</a:t>
            </a:r>
          </a:p>
        </p:txBody>
      </p:sp>
      <p:sp>
        <p:nvSpPr>
          <p:cNvPr id="24" name="Oval 23"/>
          <p:cNvSpPr/>
          <p:nvPr/>
        </p:nvSpPr>
        <p:spPr>
          <a:xfrm>
            <a:off x="8092440" y="1325880"/>
            <a:ext cx="685800" cy="685800"/>
          </a:xfrm>
          <a:prstGeom prst="ellipse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47218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240280"/>
            <a:ext cx="1920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2240280"/>
            <a:ext cx="82296" cy="164592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2386584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46"/>
                </a:solidFill>
              </a:rPr>
              <a:t>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2843784"/>
            <a:ext cx="15544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</a:defRPr>
            </a:pPr>
            <a:r>
              <a:t>FastAPI sends a tailored request to Gemini.</a:t>
            </a:r>
          </a:p>
        </p:txBody>
      </p:sp>
      <p:sp>
        <p:nvSpPr>
          <p:cNvPr id="30" name="Oval 29"/>
          <p:cNvSpPr/>
          <p:nvPr/>
        </p:nvSpPr>
        <p:spPr>
          <a:xfrm>
            <a:off x="10424160" y="1325880"/>
            <a:ext cx="685800" cy="685800"/>
          </a:xfrm>
          <a:prstGeom prst="ellipse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1472184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2240280"/>
            <a:ext cx="1920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29800" y="2240280"/>
            <a:ext cx="82296" cy="1645920"/>
          </a:xfrm>
          <a:prstGeom prst="rect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30968" y="2386584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46"/>
                </a:solidFill>
              </a:rP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2843784"/>
            <a:ext cx="15544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</a:defRPr>
            </a:pPr>
            <a:r>
              <a:t>AI response is formatted and shown to the student.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4709160"/>
            <a:ext cx="8138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11680" y="4709160"/>
            <a:ext cx="82296" cy="96012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12848" y="4855464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Demo Video Link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" y="5312664"/>
            <a:ext cx="7772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</a:defRPr>
            </a:pPr>
            <a:r>
              <a:t>Google Drive Link: ______________________________</a:t>
            </a:r>
          </a:p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</a:defRPr>
            </a:pPr>
            <a:r>
              <a:t>Access: Anyone with the link can 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Benefits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82296" cy="1737360"/>
          </a:xfrm>
          <a:prstGeom prst="rect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8074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All-in-One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37944"/>
            <a:ext cx="310896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Five essential study tools in one assistant.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82296" cy="1737360"/>
          </a:xfrm>
          <a:prstGeom prst="rect">
            <a:avLst/>
          </a:prstGeom>
          <a:solidFill>
            <a:srgbClr val="32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38074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Simple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37944"/>
            <a:ext cx="310896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Responses are tailored for easy, college-level understanding.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2344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234440"/>
            <a:ext cx="82296" cy="1737360"/>
          </a:xfrm>
          <a:prstGeom prst="rect">
            <a:avLst/>
          </a:prstGeom>
          <a:solidFill>
            <a:srgbClr val="3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38074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Time-Saving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837944"/>
            <a:ext cx="310896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Reduces time spent creating notes, quizzes and study plans.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747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74720"/>
            <a:ext cx="82296" cy="173736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6210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Structured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78224"/>
            <a:ext cx="310896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Encourages a step-by-step learning approach.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82296" cy="1737360"/>
          </a:xfrm>
          <a:prstGeom prst="rect">
            <a:avLst/>
          </a:prstGeom>
          <a:solidFill>
            <a:srgbClr val="2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6210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346"/>
                </a:solidFill>
              </a:rPr>
              <a:t>Scalable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078224"/>
            <a:ext cx="310896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Modular backend allows future features to be added.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738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>
                <a:solidFill>
                  <a:srgbClr val="FFFFFF"/>
                </a:solidFill>
              </a:rPr>
              <a:t>EduGenie combines Google Gemini with a clean, easy-to-use interface to provide students with a single AI learning companion.</a:t>
            </a:r>
          </a:p>
          <a:p>
            <a:pPr algn="ctr">
              <a:spcBef>
                <a:spcPts val="2000"/>
              </a:spcBef>
            </a:pPr>
            <a:r>
              <a:rPr sz="2000">
                <a:solidFill>
                  <a:srgbClr val="32AABE"/>
                </a:solidFill>
              </a:rPr>
              <a:t>From asking questions to building a complete study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489204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EduGenie • AI-Powered Learning Assistant                                 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